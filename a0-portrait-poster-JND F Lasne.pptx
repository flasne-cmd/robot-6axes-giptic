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1" userDrawn="1">
          <p15:clr>
            <a:srgbClr val="A4A3A4"/>
          </p15:clr>
        </p15:guide>
        <p15:guide id="2" pos="95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" d="100"/>
          <a:sy n="15" d="100"/>
        </p:scale>
        <p:origin x="942" y="180"/>
      </p:cViewPr>
      <p:guideLst>
        <p:guide orient="horz" pos="13481"/>
        <p:guide pos="9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8BCE8FC-552B-4DFB-BF67-4857C88C78E0}" type="slidenum">
              <a:t>‹N°›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70160" y="3803400"/>
            <a:ext cx="25734960" cy="7135560"/>
          </a:xfrm>
          <a:prstGeom prst="rect">
            <a:avLst/>
          </a:prstGeom>
          <a:noFill/>
          <a:ln w="0">
            <a:noFill/>
          </a:ln>
        </p:spPr>
        <p:txBody>
          <a:bodyPr lIns="417600" tIns="208800" rIns="417600" bIns="208800" anchor="ctr">
            <a:noAutofit/>
          </a:bodyPr>
          <a:lstStyle>
            <a:lvl1pPr indent="0" algn="ctr">
              <a:buNone/>
              <a:tabLst>
                <a:tab pos="0" algn="l"/>
                <a:tab pos="4175280" algn="l"/>
                <a:tab pos="8350200" algn="l"/>
              </a:tabLst>
              <a:defRPr lang="fr-FR" sz="20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  <a:tab pos="4175280" algn="l"/>
                <a:tab pos="8350200" algn="l"/>
              </a:tabLst>
            </a:pPr>
            <a:r>
              <a:rPr lang="fr-FR" sz="20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2270160" y="12364560"/>
            <a:ext cx="25734960" cy="25682760"/>
          </a:xfrm>
          <a:prstGeom prst="rect">
            <a:avLst/>
          </a:prstGeom>
          <a:noFill/>
          <a:ln w="0">
            <a:noFill/>
          </a:ln>
        </p:spPr>
        <p:txBody>
          <a:bodyPr lIns="417600" tIns="208800" rIns="417600" bIns="208800" anchor="t">
            <a:normAutofit fontScale="85000" lnSpcReduction="9999"/>
          </a:bodyPr>
          <a:lstStyle>
            <a:lvl1pPr marL="1565280" indent="-1565280">
              <a:spcBef>
                <a:spcPts val="3651"/>
              </a:spcBef>
              <a:buClr>
                <a:srgbClr val="000000"/>
              </a:buClr>
              <a:buFont typeface="Arial"/>
              <a:buChar char="•"/>
              <a:tabLst>
                <a:tab pos="4175280" algn="l"/>
                <a:tab pos="8350200" algn="l"/>
              </a:tabLst>
              <a:def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3392640" lvl="1" indent="-1305000">
              <a:spcBef>
                <a:spcPts val="3651"/>
              </a:spcBef>
              <a:buClr>
                <a:srgbClr val="000000"/>
              </a:buClr>
              <a:buFont typeface="Arial"/>
              <a:buChar char="–"/>
              <a:tabLst>
                <a:tab pos="4175280" algn="l"/>
                <a:tab pos="8350200" algn="l"/>
              </a:tabLst>
              <a:def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5219640" lvl="2" indent="-1044360">
              <a:spcBef>
                <a:spcPts val="3651"/>
              </a:spcBef>
              <a:buClr>
                <a:srgbClr val="000000"/>
              </a:buClr>
              <a:buFont typeface="Arial"/>
              <a:buChar char="•"/>
              <a:tabLst>
                <a:tab pos="4175280" algn="l"/>
                <a:tab pos="8350200" algn="l"/>
              </a:tabLst>
              <a:def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7307280" lvl="3" indent="-1042920">
              <a:spcBef>
                <a:spcPts val="3651"/>
              </a:spcBef>
              <a:buClr>
                <a:srgbClr val="000000"/>
              </a:buClr>
              <a:buFont typeface="Arial"/>
              <a:buChar char="–"/>
              <a:tabLst>
                <a:tab pos="4175280" algn="l"/>
                <a:tab pos="8350200" algn="l"/>
              </a:tabLst>
              <a:def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9396360" lvl="4" indent="-1044360">
              <a:spcBef>
                <a:spcPts val="3651"/>
              </a:spcBef>
              <a:buClr>
                <a:srgbClr val="000000"/>
              </a:buClr>
              <a:buFont typeface="Arial"/>
              <a:buChar char="»"/>
              <a:tabLst>
                <a:tab pos="4175280" algn="l"/>
                <a:tab pos="8350200" algn="l"/>
              </a:tabLst>
              <a:def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9396360" lvl="5" indent="-1044360">
              <a:spcBef>
                <a:spcPts val="3651"/>
              </a:spcBef>
              <a:buClr>
                <a:srgbClr val="000000"/>
              </a:buClr>
              <a:buFont typeface="Arial"/>
              <a:buChar char="»"/>
              <a:tabLst>
                <a:tab pos="4175280" algn="l"/>
                <a:tab pos="8350200" algn="l"/>
              </a:tabLst>
              <a:def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9396360" lvl="6" indent="-1044360">
              <a:spcBef>
                <a:spcPts val="3651"/>
              </a:spcBef>
              <a:buClr>
                <a:srgbClr val="000000"/>
              </a:buClr>
              <a:buFont typeface="Arial"/>
              <a:buChar char="»"/>
              <a:tabLst>
                <a:tab pos="4175280" algn="l"/>
                <a:tab pos="8350200" algn="l"/>
              </a:tabLst>
              <a:def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1565280" indent="-1565280">
              <a:spcBef>
                <a:spcPts val="3651"/>
              </a:spcBef>
              <a:buClr>
                <a:srgbClr val="000000"/>
              </a:buClr>
              <a:buFont typeface="Arial"/>
              <a:buChar char="•"/>
              <a:tabLst>
                <a:tab pos="4175280" algn="l"/>
                <a:tab pos="8350200" algn="l"/>
              </a:tabLst>
            </a:pPr>
            <a:r>
              <a: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</a:p>
          <a:p>
            <a:pPr marL="3392640" lvl="1" indent="-1305000">
              <a:spcBef>
                <a:spcPts val="3651"/>
              </a:spcBef>
              <a:buClr>
                <a:srgbClr val="000000"/>
              </a:buClr>
              <a:buFont typeface="Arial"/>
              <a:buChar char="–"/>
              <a:tabLst>
                <a:tab pos="4175280" algn="l"/>
                <a:tab pos="8350200" algn="l"/>
              </a:tabLst>
            </a:pPr>
            <a:r>
              <a: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</a:p>
          <a:p>
            <a:pPr marL="5219640" lvl="2" indent="-1044360">
              <a:spcBef>
                <a:spcPts val="3651"/>
              </a:spcBef>
              <a:buClr>
                <a:srgbClr val="000000"/>
              </a:buClr>
              <a:buFont typeface="Arial"/>
              <a:buChar char="•"/>
              <a:tabLst>
                <a:tab pos="4175280" algn="l"/>
                <a:tab pos="8350200" algn="l"/>
              </a:tabLst>
            </a:pPr>
            <a:r>
              <a: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</a:p>
          <a:p>
            <a:pPr marL="7307280" lvl="3" indent="-1042920">
              <a:spcBef>
                <a:spcPts val="3651"/>
              </a:spcBef>
              <a:buClr>
                <a:srgbClr val="000000"/>
              </a:buClr>
              <a:buFont typeface="Arial"/>
              <a:buChar char="–"/>
              <a:tabLst>
                <a:tab pos="4175280" algn="l"/>
                <a:tab pos="8350200" algn="l"/>
              </a:tabLst>
            </a:pPr>
            <a:r>
              <a: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</a:p>
          <a:p>
            <a:pPr marL="9396360" lvl="4" indent="-1044360">
              <a:spcBef>
                <a:spcPts val="3651"/>
              </a:spcBef>
              <a:buClr>
                <a:srgbClr val="000000"/>
              </a:buClr>
              <a:buFont typeface="Arial"/>
              <a:buChar char="»"/>
              <a:tabLst>
                <a:tab pos="4175280" algn="l"/>
                <a:tab pos="8350200" algn="l"/>
              </a:tabLst>
            </a:pPr>
            <a:r>
              <a: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</a:p>
          <a:p>
            <a:pPr marL="9396360" lvl="5" indent="-1044360">
              <a:spcBef>
                <a:spcPts val="3651"/>
              </a:spcBef>
              <a:buClr>
                <a:srgbClr val="000000"/>
              </a:buClr>
              <a:buFont typeface="Arial"/>
              <a:buChar char="»"/>
              <a:tabLst>
                <a:tab pos="4175280" algn="l"/>
                <a:tab pos="8350200" algn="l"/>
              </a:tabLst>
            </a:pPr>
            <a:r>
              <a: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</a:p>
          <a:p>
            <a:pPr marL="9396360" lvl="6" indent="-1044360">
              <a:spcBef>
                <a:spcPts val="3651"/>
              </a:spcBef>
              <a:buClr>
                <a:srgbClr val="000000"/>
              </a:buClr>
              <a:buFont typeface="Arial"/>
              <a:buChar char="»"/>
              <a:tabLst>
                <a:tab pos="4175280" algn="l"/>
                <a:tab pos="8350200" algn="l"/>
              </a:tabLst>
            </a:pPr>
            <a:r>
              <a:rPr lang="fr-FR" sz="14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2270160" y="39000240"/>
            <a:ext cx="6307200" cy="2852640"/>
          </a:xfrm>
          <a:prstGeom prst="rect">
            <a:avLst/>
          </a:prstGeom>
          <a:noFill/>
          <a:ln w="0">
            <a:noFill/>
          </a:ln>
        </p:spPr>
        <p:txBody>
          <a:bodyPr lIns="417600" tIns="208800" rIns="417600" bIns="208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10344240" y="39000240"/>
            <a:ext cx="9586800" cy="2852640"/>
          </a:xfrm>
          <a:prstGeom prst="rect">
            <a:avLst/>
          </a:prstGeom>
          <a:noFill/>
          <a:ln w="0">
            <a:noFill/>
          </a:ln>
        </p:spPr>
        <p:txBody>
          <a:bodyPr lIns="417600" tIns="208800" rIns="417600" bIns="208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21697920" y="39000240"/>
            <a:ext cx="6307200" cy="2852640"/>
          </a:xfrm>
          <a:prstGeom prst="rect">
            <a:avLst/>
          </a:prstGeom>
          <a:noFill/>
          <a:ln w="0">
            <a:noFill/>
          </a:ln>
        </p:spPr>
        <p:txBody>
          <a:bodyPr lIns="417600" tIns="208800" rIns="417600" bIns="208800" anchor="t">
            <a:noAutofit/>
          </a:bodyPr>
          <a:lstStyle>
            <a:lvl1pPr indent="0" algn="r">
              <a:buNone/>
              <a:tabLst>
                <a:tab pos="0" algn="l"/>
                <a:tab pos="4175280" algn="l"/>
                <a:tab pos="8350200" algn="l"/>
              </a:tabLst>
              <a:defRPr lang="en-US" sz="6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4175280" algn="l"/>
                <a:tab pos="8350200" algn="l"/>
              </a:tabLst>
            </a:pPr>
            <a:fld id="{03A72DF3-64FA-4CE7-81A2-53D524C82191}" type="slidenum">
              <a:rPr lang="en-US" sz="6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‹N°›</a:t>
            </a:fld>
            <a:endParaRPr lang="fr-FR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/>
          <p:cNvPicPr/>
          <p:nvPr/>
        </p:nvPicPr>
        <p:blipFill>
          <a:blip r:embed="rId2"/>
          <a:stretch/>
        </p:blipFill>
        <p:spPr>
          <a:xfrm>
            <a:off x="0" y="57240"/>
            <a:ext cx="30314880" cy="427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ctangle 4"/>
          <p:cNvSpPr/>
          <p:nvPr/>
        </p:nvSpPr>
        <p:spPr>
          <a:xfrm>
            <a:off x="0" y="0"/>
            <a:ext cx="30275280" cy="6356520"/>
          </a:xfrm>
          <a:prstGeom prst="rect">
            <a:avLst/>
          </a:prstGeom>
          <a:solidFill>
            <a:srgbClr val="14326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Rectangle 17"/>
          <p:cNvSpPr/>
          <p:nvPr/>
        </p:nvSpPr>
        <p:spPr>
          <a:xfrm>
            <a:off x="21520080" y="13127040"/>
            <a:ext cx="18432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ZoneTexte 2"/>
          <p:cNvSpPr/>
          <p:nvPr/>
        </p:nvSpPr>
        <p:spPr>
          <a:xfrm>
            <a:off x="1371600" y="457200"/>
            <a:ext cx="28133640" cy="51728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sz="11000" b="0" u="none" strike="noStrike" dirty="0" smtClean="0">
                <a:solidFill>
                  <a:srgbClr val="FFFFFF"/>
                </a:solidFill>
                <a:effectLst/>
                <a:uFillTx/>
                <a:latin typeface="Arial"/>
              </a:rPr>
              <a:t>Initiation à la  </a:t>
            </a:r>
            <a:r>
              <a:rPr lang="fr-FR" sz="11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Robotique :</a:t>
            </a:r>
            <a:r>
              <a:rPr lang="fr-FR" sz="11000" dirty="0" smtClean="0">
                <a:solidFill>
                  <a:srgbClr val="FFFFFF"/>
                </a:solidFill>
              </a:rPr>
              <a:t> </a:t>
            </a: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sz="11000" dirty="0" smtClean="0">
                <a:solidFill>
                  <a:srgbClr val="FFFFFF"/>
                </a:solidFill>
              </a:rPr>
              <a:t>	FANUC/ </a:t>
            </a:r>
            <a:r>
              <a:rPr lang="fr-FR" sz="11000" dirty="0">
                <a:solidFill>
                  <a:srgbClr val="FFFFFF"/>
                </a:solidFill>
              </a:rPr>
              <a:t>Python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FR" sz="1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ZoneTexte 3"/>
          <p:cNvSpPr/>
          <p:nvPr/>
        </p:nvSpPr>
        <p:spPr>
          <a:xfrm>
            <a:off x="1069993" y="4208284"/>
            <a:ext cx="28133640" cy="11101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fr-FR" sz="6600" dirty="0" smtClean="0">
                <a:solidFill>
                  <a:srgbClr val="FFFFFF"/>
                </a:solidFill>
                <a:latin typeface="Arial"/>
              </a:rPr>
              <a:t>F.LASNE</a:t>
            </a:r>
            <a:endParaRPr lang="fr-FR" sz="6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4"/>
          <p:cNvPicPr/>
          <p:nvPr/>
        </p:nvPicPr>
        <p:blipFill>
          <a:blip r:embed="rId3"/>
          <a:srcRect l="-4186" r="-4800"/>
          <a:stretch/>
        </p:blipFill>
        <p:spPr>
          <a:xfrm>
            <a:off x="533520" y="37429920"/>
            <a:ext cx="7818480" cy="419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 5"/>
          <p:cNvPicPr/>
          <p:nvPr/>
        </p:nvPicPr>
        <p:blipFill>
          <a:blip r:embed="rId4"/>
          <a:stretch/>
        </p:blipFill>
        <p:spPr>
          <a:xfrm>
            <a:off x="14852520" y="37541160"/>
            <a:ext cx="4916520" cy="495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Image 6"/>
          <p:cNvPicPr/>
          <p:nvPr/>
        </p:nvPicPr>
        <p:blipFill>
          <a:blip r:embed="rId5"/>
          <a:stretch/>
        </p:blipFill>
        <p:spPr>
          <a:xfrm>
            <a:off x="24064920" y="37429920"/>
            <a:ext cx="4916520" cy="491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ZoneTexte 7"/>
          <p:cNvSpPr/>
          <p:nvPr/>
        </p:nvSpPr>
        <p:spPr>
          <a:xfrm>
            <a:off x="1061764" y="7183621"/>
            <a:ext cx="13480920" cy="2731464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9"/>
          <p:cNvSpPr/>
          <p:nvPr/>
        </p:nvSpPr>
        <p:spPr>
          <a:xfrm>
            <a:off x="16319520" y="7475400"/>
            <a:ext cx="11957040" cy="8007569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Rectangle 10"/>
          <p:cNvSpPr/>
          <p:nvPr/>
        </p:nvSpPr>
        <p:spPr>
          <a:xfrm>
            <a:off x="16224120" y="16601849"/>
            <a:ext cx="11957040" cy="18145351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ZoneTexte 13"/>
          <p:cNvSpPr/>
          <p:nvPr/>
        </p:nvSpPr>
        <p:spPr>
          <a:xfrm>
            <a:off x="1523880" y="7788240"/>
            <a:ext cx="12281040" cy="46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2" descr="ROBOGUIDE V10 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" t="5204" r="29836" b="16322"/>
          <a:stretch/>
        </p:blipFill>
        <p:spPr bwMode="auto">
          <a:xfrm>
            <a:off x="1523880" y="9077222"/>
            <a:ext cx="6828120" cy="584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1616136" y="7696122"/>
            <a:ext cx="12737174" cy="110799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6600" dirty="0" smtClean="0">
                <a:solidFill>
                  <a:srgbClr val="002060"/>
                </a:solidFill>
              </a:rPr>
              <a:t>Utilisation de Roboguide</a:t>
            </a:r>
            <a:endParaRPr lang="fr-FR" sz="6600" dirty="0">
              <a:solidFill>
                <a:srgbClr val="002060"/>
              </a:solidFill>
            </a:endParaRPr>
          </a:p>
        </p:txBody>
      </p:sp>
      <p:sp>
        <p:nvSpPr>
          <p:cNvPr id="54" name="ZoneTexte 53"/>
          <p:cNvSpPr txBox="1"/>
          <p:nvPr/>
        </p:nvSpPr>
        <p:spPr>
          <a:xfrm>
            <a:off x="8814116" y="10849986"/>
            <a:ext cx="5467084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5400" dirty="0" smtClean="0">
                <a:solidFill>
                  <a:srgbClr val="002060"/>
                </a:solidFill>
              </a:rPr>
              <a:t>Programmation sans robot réel</a:t>
            </a:r>
            <a:endParaRPr lang="fr-FR" sz="5400" dirty="0">
              <a:solidFill>
                <a:srgbClr val="002060"/>
              </a:solidFill>
            </a:endParaRPr>
          </a:p>
        </p:txBody>
      </p:sp>
      <p:sp>
        <p:nvSpPr>
          <p:cNvPr id="56" name="ZoneTexte 55"/>
          <p:cNvSpPr txBox="1"/>
          <p:nvPr/>
        </p:nvSpPr>
        <p:spPr>
          <a:xfrm>
            <a:off x="1743473" y="15541546"/>
            <a:ext cx="12737174" cy="110799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6600" dirty="0" smtClean="0">
                <a:solidFill>
                  <a:srgbClr val="002060"/>
                </a:solidFill>
              </a:rPr>
              <a:t>Conception d’un robot 6 axes</a:t>
            </a:r>
            <a:endParaRPr lang="fr-FR" sz="6600" dirty="0">
              <a:solidFill>
                <a:srgbClr val="00206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9966" y="32034844"/>
            <a:ext cx="11798215" cy="2226409"/>
          </a:xfrm>
          <a:prstGeom prst="rect">
            <a:avLst/>
          </a:prstGeom>
        </p:spPr>
      </p:pic>
      <p:sp>
        <p:nvSpPr>
          <p:cNvPr id="57" name="ZoneTexte 56"/>
          <p:cNvSpPr txBox="1"/>
          <p:nvPr/>
        </p:nvSpPr>
        <p:spPr>
          <a:xfrm>
            <a:off x="17138319" y="8112421"/>
            <a:ext cx="9705852" cy="1107996"/>
          </a:xfrm>
          <a:prstGeom prst="rect">
            <a:avLst/>
          </a:prstGeom>
          <a:solidFill>
            <a:srgbClr val="BBE0E3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6600" dirty="0" smtClean="0">
                <a:solidFill>
                  <a:srgbClr val="002060"/>
                </a:solidFill>
              </a:rPr>
              <a:t>Utilisation de Roboguide</a:t>
            </a:r>
            <a:endParaRPr lang="fr-FR" sz="6600" dirty="0">
              <a:solidFill>
                <a:srgbClr val="00206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40400" y="9324777"/>
            <a:ext cx="10385596" cy="562553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98874" y="18854053"/>
            <a:ext cx="11273928" cy="6341584"/>
          </a:xfrm>
          <a:prstGeom prst="rect">
            <a:avLst/>
          </a:prstGeom>
        </p:spPr>
      </p:pic>
      <p:sp>
        <p:nvSpPr>
          <p:cNvPr id="58" name="ZoneTexte 57"/>
          <p:cNvSpPr txBox="1"/>
          <p:nvPr/>
        </p:nvSpPr>
        <p:spPr>
          <a:xfrm>
            <a:off x="17180272" y="17311009"/>
            <a:ext cx="9705852" cy="1107996"/>
          </a:xfrm>
          <a:prstGeom prst="rect">
            <a:avLst/>
          </a:prstGeom>
          <a:solidFill>
            <a:srgbClr val="BBE0E3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6600" dirty="0" smtClean="0">
                <a:solidFill>
                  <a:srgbClr val="002060"/>
                </a:solidFill>
              </a:rPr>
              <a:t>Pilotage en python</a:t>
            </a:r>
            <a:endParaRPr lang="fr-FR" sz="6600" dirty="0">
              <a:solidFill>
                <a:srgbClr val="002060"/>
              </a:solidFill>
            </a:endParaRPr>
          </a:p>
        </p:txBody>
      </p:sp>
      <p:pic>
        <p:nvPicPr>
          <p:cNvPr id="60" name="Image 5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3473" y="17329052"/>
            <a:ext cx="11519070" cy="6239497"/>
          </a:xfrm>
          <a:prstGeom prst="rect">
            <a:avLst/>
          </a:prstGeom>
        </p:spPr>
      </p:pic>
      <p:pic>
        <p:nvPicPr>
          <p:cNvPr id="61" name="Image 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2746" y="23568549"/>
            <a:ext cx="3155435" cy="8233386"/>
          </a:xfrm>
          <a:prstGeom prst="rect">
            <a:avLst/>
          </a:prstGeom>
        </p:spPr>
      </p:pic>
      <p:pic>
        <p:nvPicPr>
          <p:cNvPr id="62" name="Image 6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81355" y="23948448"/>
            <a:ext cx="4244112" cy="3901271"/>
          </a:xfrm>
          <a:prstGeom prst="rect">
            <a:avLst/>
          </a:prstGeom>
        </p:spPr>
      </p:pic>
      <p:pic>
        <p:nvPicPr>
          <p:cNvPr id="63" name="Image 6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458373" y="28438705"/>
            <a:ext cx="11356598" cy="3880731"/>
          </a:xfrm>
          <a:prstGeom prst="rect">
            <a:avLst/>
          </a:prstGeom>
        </p:spPr>
      </p:pic>
      <p:sp>
        <p:nvSpPr>
          <p:cNvPr id="64" name="ZoneTexte 63"/>
          <p:cNvSpPr txBox="1"/>
          <p:nvPr/>
        </p:nvSpPr>
        <p:spPr>
          <a:xfrm>
            <a:off x="17138319" y="26368103"/>
            <a:ext cx="10630281" cy="1107996"/>
          </a:xfrm>
          <a:prstGeom prst="rect">
            <a:avLst/>
          </a:prstGeom>
          <a:solidFill>
            <a:srgbClr val="BBE0E3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6600" dirty="0" smtClean="0">
                <a:solidFill>
                  <a:srgbClr val="002060"/>
                </a:solidFill>
              </a:rPr>
              <a:t>Séquences pédagogiques</a:t>
            </a:r>
            <a:endParaRPr lang="fr-FR" sz="6600" dirty="0">
              <a:solidFill>
                <a:srgbClr val="002060"/>
              </a:solidFill>
            </a:endParaRPr>
          </a:p>
        </p:txBody>
      </p:sp>
      <p:pic>
        <p:nvPicPr>
          <p:cNvPr id="66" name="Image 6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9043" y="28293289"/>
            <a:ext cx="4686362" cy="2048771"/>
          </a:xfrm>
          <a:prstGeom prst="rect">
            <a:avLst/>
          </a:prstGeom>
        </p:spPr>
      </p:pic>
      <p:pic>
        <p:nvPicPr>
          <p:cNvPr id="67" name="Image 6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93980" y="28934144"/>
            <a:ext cx="3079477" cy="2889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</TotalTime>
  <Words>26</Words>
  <Application>Microsoft Office PowerPoint</Application>
  <PresentationFormat>Personnalisé</PresentationFormat>
  <Paragraphs>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DejaVu Sans</vt:lpstr>
      <vt:lpstr>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F.Lasne</dc:creator>
  <dc:description/>
  <cp:lastModifiedBy>fabrice</cp:lastModifiedBy>
  <cp:revision>39</cp:revision>
  <dcterms:created xsi:type="dcterms:W3CDTF">2006-10-02T22:07:07Z</dcterms:created>
  <dcterms:modified xsi:type="dcterms:W3CDTF">2026-01-26T23:07:23Z</dcterms:modified>
  <dc:language>fr-FR</dc:language>
</cp:coreProperties>
</file>